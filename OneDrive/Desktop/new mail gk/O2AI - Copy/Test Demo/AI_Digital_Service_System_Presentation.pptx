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powered system jo website, app aur marketing automate karta hai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simple form bharta hai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Design → Build → Promote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Text, Image, Video automatic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&amp;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changes bina dobara banaye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low cost, scalable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