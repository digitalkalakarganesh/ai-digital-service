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powered master platform</a:t>
            </a:r>
          </a:p>
          <a:p>
            <a:r>
              <a:t>Website, App, SEO, Marketing – all automated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Requirement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Form → Requirement Saved → AI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 → Design → Build → Promote →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Content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 text, image, video &amp; ad copy</a:t>
            </a:r>
          </a:p>
          <a:p>
            <a:r>
              <a:t>Editable &amp; reusable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&amp; Fix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/ Modify features</a:t>
            </a:r>
          </a:p>
          <a:p>
            <a:r>
              <a:t>No rebuild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Performance, content, AI advisor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delivery</a:t>
            </a:r>
          </a:p>
          <a:p>
            <a:r>
              <a:t>Low cost</a:t>
            </a:r>
          </a:p>
          <a:p>
            <a:r>
              <a:t>Highly scalable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