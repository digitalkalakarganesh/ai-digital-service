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One platform for Website, App &amp; Marketing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AI powered automation for non‑tech users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Fast, affordable, scalable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Client Requirement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Client fills simple requirement form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AI analyses business needs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Best features suggested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Requirement → Design → Build → Launch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Modular architecture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Future updates without rebuild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Content &amp; Creatives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Auto website &amp; app content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Social media posts &amp; ads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Images &amp; video ideas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Update &amp; Fix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Add new features anytime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Fix / Re‑run button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Version control safety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Low operational cost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High delivery speed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Strong client retention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